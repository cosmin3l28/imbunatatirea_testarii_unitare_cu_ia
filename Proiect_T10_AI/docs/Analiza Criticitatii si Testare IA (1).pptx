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346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2:00:58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A483D9-F5D4-D862-F651-2FBDC7419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9250" y="3292475"/>
            <a:ext cx="8686800" cy="62484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47225D-DA58-2095-2FDC-8DDC5907CE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250" y="2378075"/>
            <a:ext cx="9983593" cy="56205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A5184A9-64CB-F9E6-95FF-D249709385B3}"/>
                  </a:ext>
                </a:extLst>
              </p14:cNvPr>
              <p14:cNvContentPartPr/>
              <p14:nvPr/>
            </p14:nvContentPartPr>
            <p14:xfrm>
              <a:off x="10141593" y="193745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A5184A9-64CB-F9E6-95FF-D249709385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35473" y="187625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483F98-0FA0-30B0-3041-F0BD6928C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9250" y="3216275"/>
            <a:ext cx="8686800" cy="62484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Alexandra Branzea</dc:creator>
  <cp:lastModifiedBy>Alexandra Branzea</cp:lastModifiedBy>
  <cp:revision>1</cp:revision>
  <dcterms:created xsi:type="dcterms:W3CDTF">2026-05-05T21:56:39Z</dcterms:created>
  <dcterms:modified xsi:type="dcterms:W3CDTF">2026-05-05T22:03:33Z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LastSaved">
    <vt:filetime>2026-05-05T00:00:00Z</vt:filetime>
  </property>
</Properties>
</file>